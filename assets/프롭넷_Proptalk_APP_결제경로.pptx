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presProps" Target="presProps.xml"  /><Relationship Id="rId7" Type="http://schemas.openxmlformats.org/officeDocument/2006/relationships/viewProps" Target="viewProps.xml"  /><Relationship Id="rId8" Type="http://schemas.openxmlformats.org/officeDocument/2006/relationships/theme" Target="theme/theme1.xml"  /><Relationship Id="rId9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jpeg"  /><Relationship Id="rId3" Type="http://schemas.openxmlformats.org/officeDocument/2006/relationships/image" Target="../media/image2.jpeg"  /><Relationship Id="rId4" Type="http://schemas.openxmlformats.org/officeDocument/2006/relationships/image" Target="../media/image3.jpe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.jpeg"  /><Relationship Id="rId3" Type="http://schemas.openxmlformats.org/officeDocument/2006/relationships/image" Target="../media/image5.jpe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.jpeg"  /><Relationship Id="rId3" Type="http://schemas.openxmlformats.org/officeDocument/2006/relationships/image" Target="../media/image7.jpe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99309" y="1828800"/>
            <a:ext cx="7802880" cy="2988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sz="4900" b="1">
                <a:solidFill>
                  <a:srgbClr val="333333"/>
                </a:solidFill>
              </a:rPr>
              <a:t>Proptalk APP 결제경로</a:t>
            </a:r>
            <a:endParaRPr sz="4900" b="1">
              <a:solidFill>
                <a:srgbClr val="333333"/>
              </a:solidFill>
            </a:endParaRPr>
          </a:p>
          <a:p>
            <a:pPr lvl="0" algn="ctr">
              <a:spcBef>
                <a:spcPts val="1200"/>
              </a:spcBef>
              <a:defRPr/>
            </a:pPr>
            <a:r>
              <a:rPr sz="2900">
                <a:solidFill>
                  <a:srgbClr val="666666"/>
                </a:solidFill>
              </a:rPr>
              <a:t>통화 녹음 AI 텍스트 변환 · 요약 서비스</a:t>
            </a:r>
            <a:endParaRPr sz="2900">
              <a:solidFill>
                <a:srgbClr val="666666"/>
              </a:solidFill>
            </a:endParaRPr>
          </a:p>
          <a:p>
            <a:pPr lvl="0" algn="ctr">
              <a:spcBef>
                <a:spcPts val="4000"/>
              </a:spcBef>
              <a:defRPr/>
            </a:pPr>
            <a:r>
              <a:rPr sz="2300">
                <a:solidFill>
                  <a:srgbClr val="666666"/>
                </a:solidFill>
              </a:rPr>
              <a:t>상호: 프롭넷 | 대표: 전창성 | 사업자등록번호: 308-33-01901</a:t>
            </a:r>
            <a:endParaRPr sz="2300">
              <a:solidFill>
                <a:srgbClr val="666666"/>
              </a:solidFill>
            </a:endParaRPr>
          </a:p>
          <a:p>
            <a:pPr lvl="0" algn="ctr">
              <a:defRPr/>
            </a:pPr>
            <a:r>
              <a:rPr sz="2300">
                <a:solidFill>
                  <a:srgbClr val="666666"/>
                </a:solidFill>
              </a:rPr>
              <a:t>상점아이디(MID): gpropth85u</a:t>
            </a:r>
            <a:endParaRPr sz="2300">
              <a:solidFill>
                <a:srgbClr val="666666"/>
              </a:solidFill>
            </a:endParaRPr>
          </a:p>
          <a:p>
            <a:pPr lvl="0" algn="ctr">
              <a:defRPr/>
            </a:pPr>
            <a:r>
              <a:rPr sz="2300">
                <a:solidFill>
                  <a:srgbClr val="1a73e8"/>
                </a:solidFill>
              </a:rPr>
              <a:t>https://goldenrabbit.biz/proptalk/</a:t>
            </a:r>
            <a:endParaRPr sz="2300">
              <a:solidFill>
                <a:srgbClr val="1a73e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4653915" cy="4533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2400" b="1">
                <a:solidFill>
                  <a:srgbClr val="333333"/>
                </a:solidFill>
                <a:latin typeface="맑은 고딕"/>
              </a:rPr>
              <a:t>STEP 1</a:t>
            </a:r>
            <a:r>
              <a:rPr lang="en-US" altLang="ko-KR" sz="2400" b="1">
                <a:solidFill>
                  <a:srgbClr val="333333"/>
                </a:solidFill>
                <a:latin typeface="맑은 고딕"/>
              </a:rPr>
              <a:t>~</a:t>
            </a:r>
            <a:r>
              <a:rPr sz="2400" b="1">
                <a:solidFill>
                  <a:srgbClr val="333333"/>
                </a:solidFill>
                <a:latin typeface="맑은 고딕"/>
              </a:rPr>
              <a:t>3: 앱 내 결제 진입 경로</a:t>
            </a:r>
            <a:endParaRPr sz="2400" b="1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68939" y="1279131"/>
            <a:ext cx="1325295" cy="333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600" b="1">
                <a:solidFill>
                  <a:srgbClr val="333333"/>
                </a:solidFill>
              </a:rPr>
              <a:t>① 앱 로그인</a:t>
            </a:r>
            <a:endParaRPr sz="1600" b="1">
              <a:solidFill>
                <a:srgbClr val="333333"/>
              </a:solidFill>
            </a:endParaRPr>
          </a:p>
        </p:txBody>
      </p:sp>
      <p:pic>
        <p:nvPicPr>
          <p:cNvPr id="5" name="Picture 4" descr="Proptalk_screenshot_로그인화면.jp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082018" y="1773405"/>
            <a:ext cx="1899138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82018" y="5964405"/>
            <a:ext cx="1899138" cy="567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1600">
                <a:solidFill>
                  <a:srgbClr val="666666"/>
                </a:solidFill>
              </a:rPr>
              <a:t>Google 계정으로</a:t>
            </a:r>
            <a:endParaRPr sz="1600">
              <a:solidFill>
                <a:srgbClr val="666666"/>
              </a:solidFill>
            </a:endParaRPr>
          </a:p>
          <a:p>
            <a:pPr lvl="0" algn="ctr">
              <a:defRPr/>
            </a:pPr>
            <a:r>
              <a:rPr sz="1600">
                <a:solidFill>
                  <a:srgbClr val="666666"/>
                </a:solidFill>
              </a:rPr>
              <a:t>로그인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91037" y="1279131"/>
            <a:ext cx="1279722" cy="333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600" b="1">
                <a:solidFill>
                  <a:srgbClr val="333333"/>
                </a:solidFill>
              </a:rPr>
              <a:t>② 메인화면</a:t>
            </a:r>
            <a:endParaRPr sz="1600" b="1">
              <a:solidFill>
                <a:srgbClr val="333333"/>
              </a:solidFill>
            </a:endParaRPr>
          </a:p>
        </p:txBody>
      </p:sp>
      <p:pic>
        <p:nvPicPr>
          <p:cNvPr id="10" name="Picture 9" descr="Proptalk_screenshot_메인화면.jp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804116" y="1773405"/>
            <a:ext cx="1899138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04116" y="5964405"/>
            <a:ext cx="1899138" cy="32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1600">
                <a:solidFill>
                  <a:srgbClr val="666666"/>
                </a:solidFill>
              </a:rPr>
              <a:t>프로필 메뉴 진입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91983" y="1279131"/>
            <a:ext cx="2167600" cy="3337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600" b="1">
                <a:solidFill>
                  <a:srgbClr val="333333"/>
                </a:solidFill>
              </a:rPr>
              <a:t>③ 프로필 &gt; 구독/결제</a:t>
            </a:r>
            <a:endParaRPr sz="1600" b="1">
              <a:solidFill>
                <a:srgbClr val="333333"/>
              </a:solidFill>
            </a:endParaRPr>
          </a:p>
        </p:txBody>
      </p:sp>
      <p:pic>
        <p:nvPicPr>
          <p:cNvPr id="15" name="Picture 14" descr="Proptalk_screenshot_프로필_상단.jp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526214" y="1773405"/>
            <a:ext cx="1899138" cy="411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26214" y="5964405"/>
            <a:ext cx="1899138" cy="32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1600">
                <a:solidFill>
                  <a:srgbClr val="666666"/>
                </a:solidFill>
              </a:rPr>
              <a:t>충전/요금제 터치</a:t>
            </a:r>
            <a:endParaRPr sz="16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33333"/>
                </a:solidFill>
              </a:rPr>
              <a:t>STEP 4~5: 웹 결제 페이지 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699" y="998605"/>
            <a:ext cx="1819275" cy="332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600" b="1">
                <a:solidFill>
                  <a:srgbClr val="333333"/>
                </a:solidFill>
              </a:rPr>
              <a:t>④ 구독/결제 상세</a:t>
            </a:r>
            <a:endParaRPr sz="1600" b="1">
              <a:solidFill>
                <a:srgbClr val="333333"/>
              </a:solidFill>
            </a:endParaRPr>
          </a:p>
        </p:txBody>
      </p:sp>
      <p:pic>
        <p:nvPicPr>
          <p:cNvPr id="5" name="Picture 4" descr="Proptalk_screenshot_구독결제_사용이력.jp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48768" y="1417320"/>
            <a:ext cx="1899138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8768" y="5715000"/>
            <a:ext cx="1899138" cy="56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1600">
                <a:solidFill>
                  <a:srgbClr val="666666"/>
                </a:solidFill>
              </a:rPr>
              <a:t>웹 결제 URL 안내</a:t>
            </a:r>
            <a:endParaRPr sz="1600">
              <a:solidFill>
                <a:srgbClr val="666666"/>
              </a:solidFill>
            </a:endParaRPr>
          </a:p>
          <a:p>
            <a:pPr lvl="0" algn="ctr">
              <a:defRPr/>
            </a:pPr>
            <a:r>
              <a:rPr sz="1600">
                <a:solidFill>
                  <a:srgbClr val="666666"/>
                </a:solidFill>
              </a:rPr>
              <a:t>브라우저로 이동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931746" y="998605"/>
            <a:ext cx="1903519" cy="3329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600" b="1">
                <a:solidFill>
                  <a:srgbClr val="333333"/>
                </a:solidFill>
              </a:rPr>
              <a:t>⑤ 요금제 선택 (웹)</a:t>
            </a:r>
            <a:endParaRPr sz="1600" b="1">
              <a:solidFill>
                <a:srgbClr val="333333"/>
              </a:solidFill>
            </a:endParaRPr>
          </a:p>
        </p:txBody>
      </p:sp>
      <p:pic>
        <p:nvPicPr>
          <p:cNvPr id="10" name="Picture 9" descr="결제페이지.jp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45186" y="1417320"/>
            <a:ext cx="2272552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45186" y="5715000"/>
            <a:ext cx="2272552" cy="56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1600">
                <a:solidFill>
                  <a:srgbClr val="666666"/>
                </a:solidFill>
              </a:rPr>
              <a:t>시간팩 또는 구독</a:t>
            </a:r>
            <a:endParaRPr sz="1600">
              <a:solidFill>
                <a:srgbClr val="666666"/>
              </a:solidFill>
            </a:endParaRPr>
          </a:p>
          <a:p>
            <a:pPr lvl="0" algn="ctr">
              <a:defRPr/>
            </a:pPr>
            <a:r>
              <a:rPr sz="1600">
                <a:solidFill>
                  <a:srgbClr val="666666"/>
                </a:solidFill>
              </a:rPr>
              <a:t>요금제 선택 후 구매</a:t>
            </a:r>
            <a:endParaRPr sz="16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333333"/>
                </a:solidFill>
              </a:rPr>
              <a:t>STEP 6~7: 토스페이먼츠 결제 및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44969" y="952714"/>
            <a:ext cx="1533525" cy="3390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sz="1600" b="1">
                <a:solidFill>
                  <a:srgbClr val="333333"/>
                </a:solidFill>
              </a:rPr>
              <a:t>⑥ 토스 결제창</a:t>
            </a:r>
            <a:endParaRPr sz="1600" b="1">
              <a:solidFill>
                <a:srgbClr val="333333"/>
              </a:solidFill>
            </a:endParaRPr>
          </a:p>
        </p:txBody>
      </p:sp>
      <p:pic>
        <p:nvPicPr>
          <p:cNvPr id="5" name="Picture 4" descr="결제화면.jp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71600" y="1463040"/>
            <a:ext cx="4080263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5760720"/>
            <a:ext cx="4080263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1600">
                <a:solidFill>
                  <a:srgbClr val="666666"/>
                </a:solidFill>
              </a:rPr>
              <a:t>카드 선택 및</a:t>
            </a:r>
            <a:endParaRPr sz="1600">
              <a:solidFill>
                <a:srgbClr val="666666"/>
              </a:solidFill>
            </a:endParaRPr>
          </a:p>
          <a:p>
            <a:pPr lvl="0" algn="ctr">
              <a:defRPr/>
            </a:pPr>
            <a:r>
              <a:rPr sz="1600">
                <a:solidFill>
                  <a:srgbClr val="666666"/>
                </a:solidFill>
              </a:rPr>
              <a:t>결제 정보 입력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7" name="Can 6"/>
          <p:cNvSpPr/>
          <p:nvPr/>
        </p:nvSpPr>
        <p:spPr>
          <a:xfrm>
            <a:off x="5726183" y="3474720"/>
            <a:ext cx="548640" cy="365760"/>
          </a:xfrm>
          <a:prstGeom prst="can">
            <a:avLst>
              <a:gd name="adj" fmla="val 25000"/>
            </a:avLst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 sz="1600"/>
          </a:p>
        </p:txBody>
      </p:sp>
      <p:sp>
        <p:nvSpPr>
          <p:cNvPr id="9" name="TextBox 8"/>
          <p:cNvSpPr txBox="1"/>
          <p:nvPr/>
        </p:nvSpPr>
        <p:spPr>
          <a:xfrm>
            <a:off x="7866944" y="952714"/>
            <a:ext cx="1318507" cy="339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sz="1600" b="1">
                <a:solidFill>
                  <a:srgbClr val="333333"/>
                </a:solidFill>
              </a:rPr>
              <a:t>⑦ 결제 완료</a:t>
            </a:r>
            <a:endParaRPr sz="1600" b="1">
              <a:solidFill>
                <a:srgbClr val="333333"/>
              </a:solidFill>
            </a:endParaRPr>
          </a:p>
        </p:txBody>
      </p:sp>
      <p:pic>
        <p:nvPicPr>
          <p:cNvPr id="10" name="Picture 9" descr="결제화면02.jp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549143" y="1463040"/>
            <a:ext cx="395411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49143" y="5760720"/>
            <a:ext cx="395411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1600">
                <a:solidFill>
                  <a:srgbClr val="666666"/>
                </a:solidFill>
              </a:rPr>
              <a:t>결제 완료 확인</a:t>
            </a:r>
            <a:endParaRPr sz="1600">
              <a:solidFill>
                <a:srgbClr val="666666"/>
              </a:solidFill>
            </a:endParaRPr>
          </a:p>
          <a:p>
            <a:pPr lvl="0" algn="ctr">
              <a:defRPr/>
            </a:pPr>
            <a:r>
              <a:rPr sz="1600">
                <a:solidFill>
                  <a:srgbClr val="666666"/>
                </a:solidFill>
              </a:rPr>
              <a:t>잔여 시간 충전</a:t>
            </a:r>
            <a:endParaRPr sz="16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87</ep:Words>
  <ep:PresentationFormat>On-screen Show (4:3)</ep:PresentationFormat>
  <ep:Paragraphs>28</ep:Paragraphs>
  <ep:Slides>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ep:HeadingPairs>
  <ep:TitlesOfParts>
    <vt:vector size="5" baseType="lpstr">
      <vt:lpstr>Office Theme</vt:lpstr>
      <vt:lpstr>슬라이드 1</vt:lpstr>
      <vt:lpstr>슬라이드 2</vt:lpstr>
      <vt:lpstr>슬라이드 3</vt:lpstr>
      <vt:lpstr>슬라이드 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ant19</cp:lastModifiedBy>
  <dcterms:modified xsi:type="dcterms:W3CDTF">2026-03-24T15:31:57.472</dcterms:modified>
  <cp:revision>2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